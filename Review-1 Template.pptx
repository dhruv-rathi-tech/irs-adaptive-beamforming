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708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3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4589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your results here — graphs, tables, screenshots or outputs.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your results here — graphs, tables, screenshots or outputs.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 — Scanned, Guide-Signed Title Slide (Mandatory)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1554480"/>
            <a:ext cx="108813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Review-I, obtain the guide's signature with date on the title slide (next slide).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or photograph the signed title slide clearly.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this slide with the scanned copy, so that it remains Slide 1 of the presentation.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requirement applies to every review of Project-I (2026).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pic>
        <p:nvPicPr>
          <p:cNvPr id="3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65760"/>
            <a:ext cx="2011680" cy="76082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0" y="41148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Electronics Engineering (SENSE)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486400" y="749808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Project-I (2026)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73736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Title</a:t>
            </a:r>
            <a:endParaRPr lang="en-US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0632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Name(s):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3474720" y="306324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— Reg. No.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474720" y="3465576"/>
            <a:ext cx="402336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822960" y="36576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3474720" y="365760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Guide Name, School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3474720" y="4059936"/>
            <a:ext cx="402336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822960" y="425196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 / School: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3474720" y="425196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— SENSE, VIT Chennai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3474720" y="4654296"/>
            <a:ext cx="402336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822960" y="48463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&amp; Date: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3474720" y="484632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Review-I  ·  02.09.2026 (Wednesday)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3474720" y="5248656"/>
            <a:ext cx="402336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8046720" y="3063240"/>
            <a:ext cx="3657600" cy="2194560"/>
          </a:xfrm>
          <a:prstGeom prst="rect">
            <a:avLst/>
          </a:prstGeom>
          <a:solidFill>
            <a:srgbClr val="FFFFFF"/>
          </a:solidFill>
          <a:ln w="15875">
            <a:solidFill>
              <a:srgbClr val="1D2F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 txBox="1"/>
          <p:nvPr/>
        </p:nvSpPr>
        <p:spPr>
          <a:xfrm>
            <a:off x="8229600" y="32461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Guide's Signature with Date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8229600" y="38862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Signature: _____________________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8229600" y="44348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_________________________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822960" y="5760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is mandatory before every review. After signing, scan this slide and keep the scanned copy as Slide 1 of the presentation.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Review-I — 02.09.2026 (</a:t>
            </a:r>
            <a:r>
              <a:rPr lang="en-US" sz="2800" b="1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Marks)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1325880"/>
            <a:ext cx="108813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Focus: Proposed Solution &amp; 50% Work Completion.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 8–10 minutes.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contents:</a:t>
            </a:r>
            <a:endParaRPr lang="en-US" sz="1500" dirty="0"/>
          </a:p>
          <a:p>
            <a:pPr marL="355600" lvl="1" indent="-1778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&amp; scanned title slide (Slide 1)</a:t>
            </a:r>
            <a:endParaRPr lang="en-US" sz="1500" dirty="0"/>
          </a:p>
          <a:p>
            <a:pPr marL="355600" lvl="1" indent="-1778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and background</a:t>
            </a:r>
            <a:endParaRPr lang="en-US" sz="1500" dirty="0"/>
          </a:p>
          <a:p>
            <a:pPr marL="355600" lvl="1" indent="-1778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 — minimum 8–10 recent references</a:t>
            </a:r>
            <a:endParaRPr lang="en-US" sz="1500" dirty="0"/>
          </a:p>
          <a:p>
            <a:pPr marL="355600" lvl="1" indent="-1778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solutions and their limitations</a:t>
            </a:r>
            <a:endParaRPr lang="en-US" sz="1500" dirty="0"/>
          </a:p>
          <a:p>
            <a:pPr marL="355600" lvl="1" indent="-1778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solution, scope and methodology</a:t>
            </a:r>
            <a:endParaRPr lang="en-US" sz="1500" dirty="0"/>
          </a:p>
          <a:p>
            <a:pPr marL="355600" lvl="1" indent="-1778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work completed, timeline, tools &amp; technologies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split-up: Problem clarity &amp; relevance (2), Literature survey quality (1), Proposed solution feasibility (1), Presentation quality (1).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Background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1325880"/>
            <a:ext cx="108813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Statement: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&amp; Significance: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Solutions: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/ Research Gap: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3968496"/>
        </p:xfrm>
        <a:graphic>
          <a:graphicData uri="http://schemas.openxmlformats.org/drawingml/2006/table">
            <a:tbl>
              <a:tblPr/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363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F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Author(s) &amp; Year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F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 / Source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F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 / Approach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F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Findings &amp; Research Gap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F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577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8–10 recent references. Add rows / duplicate this slide as needed.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 &amp; Methodology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1325880"/>
            <a:ext cx="108813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Solution: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/ Approach: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Scope (in scope / out of scope):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Completed (50%), Timeline &amp; Tools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1325880"/>
            <a:ext cx="108813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completed so far (50%):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&amp; milestones up to Review-III: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 (software / hardware / datasets):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(contd.)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1325880"/>
            <a:ext cx="108813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A. Author, B. Author, “Paper title,” Journal Name, vol. X, no. Y, pp. 1–10, 2025.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C. Author, “Paper title,” in Proc. Conference Name, City, 2024, pp. 11–20.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...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58064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IEEE format. Every reference listed must be cited in the slides / report.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pic>
        <p:nvPicPr>
          <p:cNvPr id="3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274320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494</Words>
  <Application>Microsoft Macintosh PowerPoint</Application>
  <PresentationFormat>Widescreen</PresentationFormat>
  <Paragraphs>89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mark kandan</cp:lastModifiedBy>
  <cp:revision>3</cp:revision>
  <dcterms:created xsi:type="dcterms:W3CDTF">2026-08-27T09:57:11Z</dcterms:created>
  <dcterms:modified xsi:type="dcterms:W3CDTF">2026-08-31T04:09:34Z</dcterms:modified>
</cp:coreProperties>
</file>